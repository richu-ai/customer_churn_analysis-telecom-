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05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0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6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5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2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1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1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0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8853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42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4176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85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60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8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4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  <a:p>
            <a:r>
              <a:t>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Telecom Industry Analysis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is a major issue in telecom industry</a:t>
            </a:r>
          </a:p>
          <a:p>
            <a:pPr lvl="1"/>
            <a:r>
              <a:t>High competition leads to frequent customer switching</a:t>
            </a:r>
          </a:p>
          <a:p>
            <a:pPr lvl="1"/>
            <a:r>
              <a:t>Need predictive system to identify high-risk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binary classification model for churn prediction</a:t>
            </a:r>
          </a:p>
          <a:p>
            <a:pPr lvl="1"/>
            <a:r>
              <a:t>Identify key churn drivers using SHAP</a:t>
            </a:r>
          </a:p>
          <a:p>
            <a:pPr lvl="1"/>
            <a:r>
              <a:t>Perform SQL-based aggregation for business insights</a:t>
            </a:r>
          </a:p>
          <a:p>
            <a:pPr lvl="1"/>
            <a:r>
              <a:t>Create customer segmentation for retention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NumPy)</a:t>
            </a:r>
          </a:p>
          <a:p>
            <a:pPr lvl="1"/>
            <a:r>
              <a:t>Scikit-learn (Logistic Regression)</a:t>
            </a:r>
          </a:p>
          <a:p>
            <a:pPr lvl="1"/>
            <a:r>
              <a:t>SHAP (Explainable AI)</a:t>
            </a:r>
          </a:p>
          <a:p>
            <a:pPr lvl="1"/>
            <a:r>
              <a:t>SQLite (SQL Simulation)</a:t>
            </a:r>
          </a:p>
          <a:p>
            <a:pPr lvl="1"/>
            <a:r>
              <a:t>Matplotlib &amp; Seaborn</a:t>
            </a:r>
          </a:p>
          <a:p>
            <a:pPr lvl="1"/>
            <a:r>
              <a:t>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&amp; encoding</a:t>
            </a:r>
          </a:p>
          <a:p>
            <a:pPr lvl="1"/>
            <a:r>
              <a:t>Train-test split (80%-20%)</a:t>
            </a:r>
          </a:p>
          <a:p>
            <a:pPr lvl="1"/>
            <a:r>
              <a:t>Feature scaling using StandardScaler</a:t>
            </a:r>
          </a:p>
          <a:p>
            <a:pPr lvl="1"/>
            <a:r>
              <a:t>Logistic Regression model training</a:t>
            </a:r>
          </a:p>
          <a:p>
            <a:pPr lvl="1"/>
            <a:r>
              <a:t>Model evaluation (Accuracy, Confusion Matrix)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Achieved: ~80%</a:t>
            </a:r>
          </a:p>
          <a:p>
            <a:pPr lvl="1"/>
            <a:r>
              <a:t>Good balance between precision &amp; recall</a:t>
            </a:r>
          </a:p>
          <a:p>
            <a:pPr lvl="1"/>
            <a:r>
              <a:t>Reliable churn prediction capability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Churn Drivers (SHAP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Tenure Months (Most influential factor)</a:t>
            </a:r>
          </a:p>
          <a:p>
            <a:pPr lvl="1"/>
            <a:r>
              <a:t>Total Charges</a:t>
            </a:r>
          </a:p>
          <a:p>
            <a:pPr lvl="1"/>
            <a:r>
              <a:t>Contract Type</a:t>
            </a:r>
          </a:p>
          <a:p>
            <a:pPr lvl="1"/>
            <a:r>
              <a:t>Internet Service (Fiber Optic)</a:t>
            </a:r>
          </a:p>
          <a:p>
            <a:pPr lvl="1"/>
            <a:r>
              <a:t>Monthly Charges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SQL-Based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Churn higher in Month-to-Month contracts</a:t>
            </a:r>
          </a:p>
          <a:p>
            <a:pPr lvl="1"/>
            <a:r>
              <a:t>Fiber optic users show higher churn rate</a:t>
            </a:r>
          </a:p>
          <a:p>
            <a:pPr lvl="1"/>
            <a:r>
              <a:t>High revenue customers identified</a:t>
            </a:r>
          </a:p>
          <a:p>
            <a:pPr lvl="1"/>
            <a:r>
              <a:t>Aggregation enabled strategic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 Risk – High churn probability (&gt;0.6)</a:t>
            </a:r>
          </a:p>
          <a:p>
            <a:pPr lvl="1"/>
            <a:r>
              <a:t>Loyal – Long tenure customers</a:t>
            </a:r>
          </a:p>
          <a:p>
            <a:pPr lvl="1"/>
            <a:r>
              <a:t>Dormant – Moderate risk customers</a:t>
            </a:r>
          </a:p>
          <a:p>
            <a:pPr lvl="1"/>
            <a:r>
              <a:t>Supports targeted retention campaigns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~80% prediction accuracy</a:t>
            </a:r>
          </a:p>
          <a:p>
            <a:pPr lvl="1"/>
            <a:r>
              <a:t>Identified major churn drivers using SHAP</a:t>
            </a:r>
          </a:p>
          <a:p>
            <a:pPr lvl="1"/>
            <a:r>
              <a:t>SQL aggregation enhanced business insights</a:t>
            </a:r>
          </a:p>
          <a:p>
            <a:pPr lvl="1"/>
            <a:r>
              <a:t>Segmentation enables proactive retention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236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Customer Churn Prediction Using Machine Learning</vt:lpstr>
      <vt:lpstr>Problem Statement</vt:lpstr>
      <vt:lpstr>Project Objectives</vt:lpstr>
      <vt:lpstr>Tools &amp; Technologies</vt:lpstr>
      <vt:lpstr>Model Development Process</vt:lpstr>
      <vt:lpstr>Model Performance</vt:lpstr>
      <vt:lpstr>Key Churn Drivers (SHAP Analysis)</vt:lpstr>
      <vt:lpstr>SQL-Based Business Insights</vt:lpstr>
      <vt:lpstr>Customer Segmentation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RICHU KURIAN</dc:creator>
  <cp:keywords/>
  <dc:description>generated using python-pptx</dc:description>
  <cp:lastModifiedBy>richu kurian</cp:lastModifiedBy>
  <cp:revision>2</cp:revision>
  <dcterms:created xsi:type="dcterms:W3CDTF">2013-01-27T09:14:16Z</dcterms:created>
  <dcterms:modified xsi:type="dcterms:W3CDTF">2026-02-28T08:08:45Z</dcterms:modified>
  <cp:category/>
</cp:coreProperties>
</file>